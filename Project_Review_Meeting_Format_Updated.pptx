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
            <a:ext cx="7772400" cy="1371600"/>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f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a:t>
            </a:r>
            <a:r>
              <a:rPr lang="en-IN" b="1" dirty="0"/>
              <a:t>Healthcare Domain</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635759"/>
            <a:ext cx="8458200" cy="2333433"/>
          </a:xfrm>
        </p:spPr>
        <p:txBody>
          <a:bodyPr>
            <a:normAutofit fontScale="32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    Name B. Sai Saranya               roll 2520030258</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G. Varshini                  roll 2520030017</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10</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a:t>
            </a:r>
            <a:r>
              <a:rPr lang="en-US" sz="3400" b="1" dirty="0" err="1">
                <a:solidFill>
                  <a:srgbClr val="00B0F0"/>
                </a:solidFill>
                <a:latin typeface="Times New Roman" pitchFamily="18" charset="0"/>
                <a:cs typeface="Times New Roman" pitchFamily="18" charset="0"/>
              </a:rPr>
              <a:t>Narisetty</a:t>
            </a:r>
            <a:r>
              <a:rPr lang="en-US" sz="3400" b="1" dirty="0">
                <a:solidFill>
                  <a:srgbClr val="00B0F0"/>
                </a:solidFill>
                <a:latin typeface="Times New Roman" pitchFamily="18" charset="0"/>
                <a:cs typeface="Times New Roman" pitchFamily="18" charset="0"/>
              </a:rPr>
              <a:t> </a:t>
            </a:r>
            <a:r>
              <a:rPr lang="en-US" sz="3400" b="1" dirty="0" err="1">
                <a:solidFill>
                  <a:srgbClr val="00B0F0"/>
                </a:solidFill>
                <a:latin typeface="Times New Roman" pitchFamily="18" charset="0"/>
                <a:cs typeface="Times New Roman" pitchFamily="18" charset="0"/>
              </a:rPr>
              <a:t>Nirmalajyothi</a:t>
            </a:r>
            <a:endParaRPr lang="en-US" sz="34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Lakshmaiah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62500" lnSpcReduction="20000"/>
          </a:bodyPr>
          <a:lstStyle/>
          <a:p>
            <a:r>
              <a:rPr lang="en-IN" dirty="0"/>
              <a:t>The healthcare domain is undergoing rapid digital transformation aimed at improving the quality, accessibility, and efficiency of medical services. One of the key advancements in this domain is the integration of Patient Registration Systems and Electronic Medical Record (EMR) portals, which streamline administrative and clinical workflows while enhancing patient care. The Patient Registration System serves as the initial point of interaction between patients and healthcare providers. It captures essential demographic details, medical history, insurance information, and contact data, ensuring accurate identification and reducing redundancy. The EMR portal is a centralized digital platform that stores and manages patients’ medical records in real time. Together, Patient Registration and EMR systems contribute to improved data accuracy, enhanced patient safety, reduced paperwork, and compliance with healthcare regulations. </a:t>
            </a:r>
            <a:r>
              <a:rPr lang="en-US" dirty="0"/>
              <a:t>They also enable data analytics for population health management and support telemedicine and remote care services. As healthcare continues to evolve, these digital solutions play a critical role in delivering efficient, patient-centered care.</a:t>
            </a:r>
            <a:r>
              <a:rPr lang="en-IN" dirty="0"/>
              <a:t> </a:t>
            </a: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858" y="146841"/>
            <a:ext cx="1447800" cy="609601"/>
          </a:xfrm>
          <a:prstGeom prst="rect">
            <a:avLst/>
          </a:prstGeom>
          <a:noFill/>
          <a:ln>
            <a:noFill/>
          </a:ln>
        </p:spPr>
      </p:pic>
      <p:sp>
        <p:nvSpPr>
          <p:cNvPr id="4" name="Rectangle 1">
            <a:extLst>
              <a:ext uri="{FF2B5EF4-FFF2-40B4-BE49-F238E27FC236}">
                <a16:creationId xmlns:a16="http://schemas.microsoft.com/office/drawing/2014/main" id="{A2CD1CAE-A5D1-D64B-BDDA-9AD917D6A7AA}"/>
              </a:ext>
            </a:extLst>
          </p:cNvPr>
          <p:cNvSpPr>
            <a:spLocks noGrp="1" noChangeArrowheads="1"/>
          </p:cNvSpPr>
          <p:nvPr>
            <p:ph idx="1"/>
          </p:nvPr>
        </p:nvSpPr>
        <p:spPr bwMode="auto">
          <a:xfrm>
            <a:off x="401934" y="271869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8781931-4469-23E0-6A49-088E5ABF6C71}"/>
              </a:ext>
            </a:extLst>
          </p:cNvPr>
          <p:cNvSpPr txBox="1"/>
          <p:nvPr/>
        </p:nvSpPr>
        <p:spPr>
          <a:xfrm>
            <a:off x="152400" y="1295400"/>
            <a:ext cx="8686800" cy="4708981"/>
          </a:xfrm>
          <a:prstGeom prst="rect">
            <a:avLst/>
          </a:prstGeom>
          <a:noFill/>
        </p:spPr>
        <p:txBody>
          <a:bodyPr wrap="square">
            <a:spAutoFit/>
          </a:bodyPr>
          <a:lstStyle/>
          <a:p>
            <a:r>
              <a:rPr lang="en-IN" sz="2000" dirty="0"/>
              <a:t>The healthcare industry is rapidly adopting digital technologies to improve patient care, streamline administrative processes, and enhance data management. Traditional paper-based systems for patient registration and medical record maintenance are often time-consuming, prone to errors, and difficult to access when needed. These challenges can lead to delays in treatment, inefficient workflows, and reduced quality of healthcare services.</a:t>
            </a:r>
          </a:p>
          <a:p>
            <a:endParaRPr lang="en-IN" sz="2000" dirty="0"/>
          </a:p>
          <a:p>
            <a:r>
              <a:rPr lang="en-IN" sz="2000" dirty="0"/>
              <a:t>A Patient Registration System and Electronic Medical Report (EMR) Portal is designed to address these issues by providing a centralized digital platform for managing patient information and medical records. The patient registration module enables healthcare providers to efficiently collect, store, and update patient details, reducing manual paperwork and improving data accuracy. The EMR portal allows authorized medical professionals to securely access, maintain, and share patient medical histories, diagnoses, prescriptions, laboratory reports, and treatment plans in real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
        <p:nvSpPr>
          <p:cNvPr id="7" name="Content Placeholder 6">
            <a:extLst>
              <a:ext uri="{FF2B5EF4-FFF2-40B4-BE49-F238E27FC236}">
                <a16:creationId xmlns:a16="http://schemas.microsoft.com/office/drawing/2014/main" id="{ECD4A830-3259-580E-3D66-759B8CBC4A76}"/>
              </a:ext>
            </a:extLst>
          </p:cNvPr>
          <p:cNvSpPr>
            <a:spLocks noGrp="1"/>
          </p:cNvSpPr>
          <p:nvPr>
            <p:ph idx="1"/>
          </p:nvPr>
        </p:nvSpPr>
        <p:spPr/>
        <p:txBody>
          <a:bodyPr>
            <a:normAutofit/>
          </a:bodyPr>
          <a:lstStyle/>
          <a:p>
            <a:r>
              <a:rPr lang="en-IN" sz="3600" dirty="0"/>
              <a:t>Patient Registration System and Electronic Medical Report (EMR) Portal</a:t>
            </a:r>
          </a:p>
        </p:txBody>
      </p:sp>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6" name="Content Placeholder 5">
            <a:extLst>
              <a:ext uri="{FF2B5EF4-FFF2-40B4-BE49-F238E27FC236}">
                <a16:creationId xmlns:a16="http://schemas.microsoft.com/office/drawing/2014/main" id="{430D39DC-39E9-D4D4-10B4-AC62FEAC617A}"/>
              </a:ext>
            </a:extLst>
          </p:cNvPr>
          <p:cNvPicPr>
            <a:picLocks noGrp="1" noChangeAspect="1"/>
          </p:cNvPicPr>
          <p:nvPr>
            <p:ph idx="1"/>
          </p:nvPr>
        </p:nvPicPr>
        <p:blipFill>
          <a:blip r:embed="rId2"/>
          <a:stretch>
            <a:fillRect/>
          </a:stretch>
        </p:blipFill>
        <p:spPr>
          <a:xfrm>
            <a:off x="624285" y="1417638"/>
            <a:ext cx="2104230" cy="4525963"/>
          </a:xfrm>
          <a:prstGeom prst="rect">
            <a:avLst/>
          </a:prstGeom>
        </p:spPr>
      </p:pic>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8" name="Picture 7">
            <a:extLst>
              <a:ext uri="{FF2B5EF4-FFF2-40B4-BE49-F238E27FC236}">
                <a16:creationId xmlns:a16="http://schemas.microsoft.com/office/drawing/2014/main" id="{63F18E7F-D133-B1A1-D54A-57D64D4E847F}"/>
              </a:ext>
            </a:extLst>
          </p:cNvPr>
          <p:cNvPicPr>
            <a:picLocks noChangeAspect="1"/>
          </p:cNvPicPr>
          <p:nvPr/>
        </p:nvPicPr>
        <p:blipFill>
          <a:blip r:embed="rId4"/>
          <a:stretch>
            <a:fillRect/>
          </a:stretch>
        </p:blipFill>
        <p:spPr>
          <a:xfrm>
            <a:off x="3081130" y="1403490"/>
            <a:ext cx="2220398" cy="4540111"/>
          </a:xfrm>
          <a:prstGeom prst="rect">
            <a:avLst/>
          </a:prstGeom>
        </p:spPr>
      </p:pic>
      <p:pic>
        <p:nvPicPr>
          <p:cNvPr id="10" name="Picture 9">
            <a:extLst>
              <a:ext uri="{FF2B5EF4-FFF2-40B4-BE49-F238E27FC236}">
                <a16:creationId xmlns:a16="http://schemas.microsoft.com/office/drawing/2014/main" id="{DF95197C-C996-6632-85AB-52A45BB5F6E1}"/>
              </a:ext>
            </a:extLst>
          </p:cNvPr>
          <p:cNvPicPr>
            <a:picLocks noChangeAspect="1"/>
          </p:cNvPicPr>
          <p:nvPr/>
        </p:nvPicPr>
        <p:blipFill>
          <a:blip r:embed="rId5"/>
          <a:stretch>
            <a:fillRect/>
          </a:stretch>
        </p:blipFill>
        <p:spPr>
          <a:xfrm>
            <a:off x="5752518" y="1825437"/>
            <a:ext cx="2429214" cy="3696216"/>
          </a:xfrm>
          <a:prstGeom prst="rect">
            <a:avLst/>
          </a:prstGeom>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85000" lnSpcReduction="20000"/>
          </a:bodyPr>
          <a:lstStyle/>
          <a:p>
            <a:pPr marL="0" indent="0">
              <a:buNone/>
            </a:pPr>
            <a:r>
              <a:rPr lang="en-IN" sz="1900" b="1" dirty="0"/>
              <a:t>Objectives</a:t>
            </a:r>
          </a:p>
          <a:p>
            <a:r>
              <a:rPr lang="en-IN" sz="1900" dirty="0"/>
              <a:t>To develop a digital patient registration system that enables efficient collection and management of patient information. </a:t>
            </a:r>
          </a:p>
          <a:p>
            <a:r>
              <a:rPr lang="en-IN" sz="1900" dirty="0"/>
              <a:t>To generate unique patient identification numbers for accurate record tracking and retrieval. </a:t>
            </a:r>
          </a:p>
          <a:p>
            <a:r>
              <a:rPr lang="en-IN" sz="1900" dirty="0"/>
              <a:t>To create a centralized Electronic Medical Record (EMR) portal for storing and managing patient medical histories, diagnoses, prescriptions, and reports. </a:t>
            </a:r>
          </a:p>
          <a:p>
            <a:r>
              <a:rPr lang="en-IN" sz="1900" dirty="0"/>
              <a:t>To reduce paperwork and manual record-keeping through digital data management. </a:t>
            </a:r>
          </a:p>
          <a:p>
            <a:r>
              <a:rPr lang="en-IN" sz="1900" dirty="0"/>
              <a:t>To ensure secure access to patient information while maintaining privacy and confidentiality.</a:t>
            </a:r>
          </a:p>
          <a:p>
            <a:pPr marL="0" indent="0">
              <a:buNone/>
            </a:pPr>
            <a:r>
              <a:rPr lang="en-IN" sz="2100" b="1" dirty="0"/>
              <a:t>Justification</a:t>
            </a:r>
          </a:p>
          <a:p>
            <a:r>
              <a:rPr lang="en-IN" sz="2100" dirty="0"/>
              <a:t>The healthcare sector generates a large volume of patient data that must be managed accurately and securely. Traditional paper-based registration and record management systems are often inefficient, time-consuming, and susceptible to errors, data loss, and duplication. These limitations can negatively impact patient care and administrative efficiency.</a:t>
            </a:r>
          </a:p>
          <a:p>
            <a:r>
              <a:rPr lang="en-IN" sz="2100" dirty="0"/>
              <a:t>The proposed Patient Registration System and Electronic Medical Record (EMR) Portal provides a modern solution by digitizing patient information and medical records. The system enables healthcare providers to store, retrieve, and update patient data efficiently while ensuring data accuracy and security. It reduces administrative workload, minimizes paperwork, and facilitates quick access to patient records during diagnosis and treatment.</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066801"/>
            <a:ext cx="8229600" cy="5059364"/>
          </a:xfrm>
        </p:spPr>
        <p:txBody>
          <a:bodyPr>
            <a:normAutofit fontScale="85000" lnSpcReduction="20000"/>
          </a:bodyPr>
          <a:lstStyle/>
          <a:p>
            <a:r>
              <a:rPr dirty="0"/>
              <a:t>1. Home Page – Portal overview and navigation</a:t>
            </a:r>
          </a:p>
          <a:p>
            <a:r>
              <a:rPr dirty="0"/>
              <a:t>2. Patient Registration Page – Register patients and generate IDs</a:t>
            </a:r>
          </a:p>
          <a:p>
            <a:r>
              <a:rPr dirty="0"/>
              <a:t>3. Patient Dashboard – View profiles and medical history</a:t>
            </a:r>
          </a:p>
          <a:p>
            <a:r>
              <a:rPr dirty="0"/>
              <a:t>4. Appointment Booking Page – Schedule and manage appointments</a:t>
            </a:r>
          </a:p>
          <a:p>
            <a:r>
              <a:rPr dirty="0"/>
              <a:t>5. Doctor Dashboard – Access patients and update diagnoses</a:t>
            </a:r>
          </a:p>
          <a:p>
            <a:r>
              <a:rPr dirty="0"/>
              <a:t>6. Medical Records (EMR) Page – Manage prescriptions, reports, and records</a:t>
            </a:r>
          </a:p>
          <a:p>
            <a:r>
              <a:rPr dirty="0"/>
              <a:t>7. Admin Dashboard – Manage users, records, and reports</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143001"/>
            <a:ext cx="8229600" cy="4983164"/>
          </a:xfrm>
        </p:spPr>
        <p:txBody>
          <a:bodyPr>
            <a:normAutofit fontScale="55000" lnSpcReduction="20000"/>
          </a:bodyPr>
          <a:lstStyle/>
          <a:p>
            <a:r>
              <a:rPr lang="en-IN" dirty="0"/>
              <a:t>The proposed </a:t>
            </a:r>
            <a:r>
              <a:rPr lang="en-IN" b="1" dirty="0"/>
              <a:t>Patient Registration System and Electronic Medical Record (EMR) Portal</a:t>
            </a:r>
            <a:r>
              <a:rPr lang="en-IN" dirty="0"/>
              <a:t> is expected to deliver the following outcomes:</a:t>
            </a:r>
          </a:p>
          <a:p>
            <a:r>
              <a:rPr lang="en-IN" b="1" dirty="0"/>
              <a:t>Efficient Patient Registration</a:t>
            </a:r>
            <a:r>
              <a:rPr lang="en-IN" dirty="0"/>
              <a:t> </a:t>
            </a:r>
          </a:p>
          <a:p>
            <a:pPr lvl="1"/>
            <a:r>
              <a:rPr lang="en-IN" dirty="0"/>
              <a:t>Faster and more accurate registration of patients through a digital platform. </a:t>
            </a:r>
          </a:p>
          <a:p>
            <a:pPr lvl="1"/>
            <a:r>
              <a:rPr lang="en-IN" dirty="0"/>
              <a:t>Reduction in manual paperwork and registration errors. </a:t>
            </a:r>
          </a:p>
          <a:p>
            <a:r>
              <a:rPr lang="en-IN" b="1" dirty="0"/>
              <a:t>Centralized Medical Record Management</a:t>
            </a:r>
            <a:r>
              <a:rPr lang="en-IN" dirty="0"/>
              <a:t> </a:t>
            </a:r>
          </a:p>
          <a:p>
            <a:pPr lvl="1"/>
            <a:r>
              <a:rPr lang="en-IN" dirty="0"/>
              <a:t>Secure storage of patient information, medical history, prescriptions, diagnoses, and laboratory reports in a centralized database. </a:t>
            </a:r>
          </a:p>
          <a:p>
            <a:pPr lvl="1"/>
            <a:r>
              <a:rPr lang="en-IN" dirty="0"/>
              <a:t>Easy retrieval and updating of patient records whenever required. </a:t>
            </a:r>
          </a:p>
          <a:p>
            <a:r>
              <a:rPr lang="en-IN" b="1" dirty="0"/>
              <a:t>Improved Data Accuracy and Reliability</a:t>
            </a:r>
            <a:r>
              <a:rPr lang="en-IN" dirty="0"/>
              <a:t> </a:t>
            </a:r>
          </a:p>
          <a:p>
            <a:pPr lvl="1"/>
            <a:r>
              <a:rPr lang="en-IN" dirty="0"/>
              <a:t>Elimination of duplicate records through unique patient identification. </a:t>
            </a:r>
          </a:p>
          <a:p>
            <a:pPr lvl="1"/>
            <a:r>
              <a:rPr lang="en-IN" dirty="0"/>
              <a:t>Enhanced consistency and integrity of healthcare data. </a:t>
            </a:r>
          </a:p>
          <a:p>
            <a:r>
              <a:rPr lang="en-IN" b="1" dirty="0"/>
              <a:t>Enhanced Healthcare Service Delivery</a:t>
            </a:r>
            <a:r>
              <a:rPr lang="en-IN" dirty="0"/>
              <a:t> </a:t>
            </a:r>
          </a:p>
          <a:p>
            <a:pPr lvl="1"/>
            <a:r>
              <a:rPr lang="en-IN" dirty="0"/>
              <a:t>Quick access to patient information enables doctors to make informed decisions and provide timely treatment. </a:t>
            </a:r>
          </a:p>
          <a:p>
            <a:pPr lvl="1"/>
            <a:r>
              <a:rPr lang="en-IN" dirty="0"/>
              <a:t>Improved coordination among healthcare professionals. </a:t>
            </a:r>
          </a:p>
          <a:p>
            <a:r>
              <a:rPr lang="en-IN" b="1" dirty="0"/>
              <a:t>Increased Data Security and Privacy</a:t>
            </a:r>
            <a:r>
              <a:rPr lang="en-IN" dirty="0"/>
              <a:t> </a:t>
            </a:r>
          </a:p>
          <a:p>
            <a:pPr lvl="1"/>
            <a:r>
              <a:rPr lang="en-IN" dirty="0"/>
              <a:t>Implementation of authentication and access control mechanisms to protect sensitive patient information. </a:t>
            </a:r>
          </a:p>
          <a:p>
            <a:pPr lvl="1"/>
            <a:r>
              <a:rPr lang="en-IN" dirty="0"/>
              <a:t>Compliance with healthcare data privacy standards and regulations.</a:t>
            </a:r>
          </a:p>
          <a:p>
            <a:endParaRPr lang="en-IN"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rmAutofit fontScale="92500" lnSpcReduction="20000"/>
          </a:bodyPr>
          <a:lstStyle/>
          <a:p>
            <a:r>
              <a:rPr lang="en-IN" sz="1800" dirty="0"/>
              <a:t>The Patient Registration System and Electronic Medical Report (EMR) Portal successfully addresses the challenges associated with traditional paper-based healthcare record management. By digitizing patient registration and medical record maintenance, the system improves efficiency, accuracy, and accessibility of healthcare information. It enables healthcare providers to manage patient data securely, reduce administrative workload, and facilitate faster decision-making through instant </a:t>
            </a:r>
          </a:p>
          <a:p>
            <a:r>
              <a:rPr lang="en-IN" sz="1800" b="1" dirty="0"/>
              <a:t>Future Scope</a:t>
            </a:r>
          </a:p>
          <a:p>
            <a:r>
              <a:rPr lang="en-IN" sz="1800" dirty="0"/>
              <a:t>The Patient Registration System and EMR Portal can be further enhanced with advanced features to meet the growing demands of modern healthcare. Future improvements may include:</a:t>
            </a:r>
          </a:p>
          <a:p>
            <a:r>
              <a:rPr lang="en-IN" sz="1800" b="1" dirty="0"/>
              <a:t>Integration with Telemedicine Services:</a:t>
            </a:r>
            <a:r>
              <a:rPr lang="en-IN" sz="1800" dirty="0"/>
              <a:t> Enable virtual consultations and remote patient monitoring through the portal.</a:t>
            </a:r>
          </a:p>
          <a:p>
            <a:r>
              <a:rPr lang="en-IN" sz="1800" b="1" dirty="0"/>
              <a:t>Mobile Application Development:</a:t>
            </a:r>
            <a:r>
              <a:rPr lang="en-IN" sz="1800" dirty="0"/>
              <a:t> Provide patients and healthcare professionals with convenient access to records and services through mobile devices.</a:t>
            </a:r>
          </a:p>
          <a:p>
            <a:r>
              <a:rPr lang="en-IN" sz="1800" b="1" dirty="0"/>
              <a:t>Artificial Intelligence Integration:</a:t>
            </a:r>
            <a:r>
              <a:rPr lang="en-IN" sz="1800" dirty="0"/>
              <a:t> Implement AI-based disease prediction, clinical decision support, and automated report analysis.</a:t>
            </a:r>
          </a:p>
          <a:p>
            <a:r>
              <a:rPr lang="en-IN" sz="1800" b="1" dirty="0"/>
              <a:t>Cloud-Based Storage:</a:t>
            </a:r>
            <a:r>
              <a:rPr lang="en-IN" sz="1800" dirty="0"/>
              <a:t> Enhance scalability, data availability, and disaster recovery through secure cloud infrastructure.</a:t>
            </a:r>
          </a:p>
          <a:p>
            <a:r>
              <a:rPr lang="en-IN" sz="1800" b="1" dirty="0"/>
              <a:t>Appointment and Billing Management:</a:t>
            </a:r>
            <a:r>
              <a:rPr lang="en-IN" sz="1800" dirty="0"/>
              <a:t> Incorporate scheduling, payment processing, and insurance claim management within the same platform.</a:t>
            </a:r>
          </a:p>
          <a:p>
            <a:r>
              <a:rPr lang="en-IN" sz="1800" dirty="0"/>
              <a:t>access to medical histories and reports.</a:t>
            </a:r>
            <a:endParaRPr lang="en-US" sz="1800"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2075"/>
            <a:ext cx="8229600" cy="1325563"/>
          </a:xfrm>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a:xfrm>
            <a:off x="381000" y="914400"/>
            <a:ext cx="8229600" cy="5135564"/>
          </a:xfrm>
        </p:spPr>
        <p:txBody>
          <a:bodyPr>
            <a:normAutofit fontScale="85000" lnSpcReduction="10000"/>
          </a:bodyPr>
          <a:lstStyle/>
          <a:p>
            <a:r>
              <a:rPr dirty="0"/>
              <a:t>[1] React.js Documentation – https://react.dev/</a:t>
            </a:r>
          </a:p>
          <a:p>
            <a:r>
              <a:rPr dirty="0"/>
              <a:t>[2] </a:t>
            </a:r>
            <a:r>
              <a:rPr dirty="0" err="1"/>
              <a:t>TanStack</a:t>
            </a:r>
            <a:r>
              <a:rPr dirty="0"/>
              <a:t> Router – https://tanstack.com/router</a:t>
            </a:r>
          </a:p>
          <a:p>
            <a:r>
              <a:rPr dirty="0"/>
              <a:t>[3] Tailwind CSS – https://tailwindcss.com/docs</a:t>
            </a:r>
          </a:p>
          <a:p>
            <a:r>
              <a:rPr dirty="0"/>
              <a:t>[4] TypeScript – https://www.typescriptlang.org/docs/</a:t>
            </a:r>
          </a:p>
          <a:p>
            <a:r>
              <a:rPr dirty="0"/>
              <a:t>[5] React Hook Form – https://react-hook-form.com/</a:t>
            </a:r>
          </a:p>
          <a:p>
            <a:r>
              <a:rPr dirty="0"/>
              <a:t>[6] Zod – https://zod.dev/</a:t>
            </a:r>
          </a:p>
          <a:p>
            <a:r>
              <a:rPr dirty="0"/>
              <a:t>[7] Radix UI – https://www.radix-ui.com/</a:t>
            </a:r>
          </a:p>
          <a:p>
            <a:r>
              <a:rPr dirty="0"/>
              <a:t>[8] </a:t>
            </a:r>
            <a:r>
              <a:rPr dirty="0" err="1"/>
              <a:t>TanStack</a:t>
            </a:r>
            <a:r>
              <a:rPr dirty="0"/>
              <a:t> Query – https://tanstack.com/query</a:t>
            </a:r>
          </a:p>
          <a:p>
            <a:r>
              <a:rPr dirty="0"/>
              <a:t>[9] Recharts – https://recharts.org/</a:t>
            </a:r>
          </a:p>
          <a:p>
            <a:r>
              <a:rPr dirty="0"/>
              <a:t>[10] Electronic Medical Records (EMR) Systems Literature</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1845</TotalTime>
  <Words>1267</Words>
  <Application>Microsoft Office PowerPoint</Application>
  <PresentationFormat>On-screen Show (4:3)</PresentationFormat>
  <Paragraphs>96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f Meeting    on  Healthcare Domain</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Bhimavarapu Sai Saranya</cp:lastModifiedBy>
  <cp:revision>205</cp:revision>
  <dcterms:created xsi:type="dcterms:W3CDTF">2006-08-16T00:00:00Z</dcterms:created>
  <dcterms:modified xsi:type="dcterms:W3CDTF">2026-06-19T03:32:26Z</dcterms:modified>
</cp:coreProperties>
</file>